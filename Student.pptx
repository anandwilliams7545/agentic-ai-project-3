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1" autoAdjust="0"/>
    <p:restoredTop sz="94660"/>
  </p:normalViewPr>
  <p:slideViewPr>
    <p:cSldViewPr snapToGrid="0">
      <p:cViewPr varScale="1">
        <p:scale>
          <a:sx n="80" d="100"/>
          <a:sy n="80" d="100"/>
        </p:scale>
        <p:origin x="555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S1</c:v>
                </c:pt>
              </c:strCache>
            </c:strRef>
          </c:tx>
          <c:spPr>
            <a:solidFill>
              <a:schemeClr val="accent5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U.Anand Williams</c:v>
                </c:pt>
                <c:pt idx="1">
                  <c:v>Sk.Adil Azeez</c:v>
                </c:pt>
                <c:pt idx="2">
                  <c:v>P.Mohan Reddy</c:v>
                </c:pt>
                <c:pt idx="3">
                  <c:v>T.Vamsi Krishna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99</c:v>
                </c:pt>
                <c:pt idx="1">
                  <c:v>91</c:v>
                </c:pt>
                <c:pt idx="2">
                  <c:v>95</c:v>
                </c:pt>
                <c:pt idx="3">
                  <c:v>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2B2-4AAD-902B-F68363FC68A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S2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U.Anand Williams</c:v>
                </c:pt>
                <c:pt idx="1">
                  <c:v>Sk.Adil Azeez</c:v>
                </c:pt>
                <c:pt idx="2">
                  <c:v>P.Mohan Reddy</c:v>
                </c:pt>
                <c:pt idx="3">
                  <c:v>T.Vamsi Krishna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99</c:v>
                </c:pt>
                <c:pt idx="1">
                  <c:v>91</c:v>
                </c:pt>
                <c:pt idx="2">
                  <c:v>95</c:v>
                </c:pt>
                <c:pt idx="3">
                  <c:v>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2B2-4AAD-902B-F68363FC68A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S3</c:v>
                </c:pt>
              </c:strCache>
            </c:strRef>
          </c:tx>
          <c:spPr>
            <a:solidFill>
              <a:schemeClr val="accent6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U.Anand Williams</c:v>
                </c:pt>
                <c:pt idx="1">
                  <c:v>Sk.Adil Azeez</c:v>
                </c:pt>
                <c:pt idx="2">
                  <c:v>P.Mohan Reddy</c:v>
                </c:pt>
                <c:pt idx="3">
                  <c:v>T.Vamsi Krishna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99</c:v>
                </c:pt>
                <c:pt idx="1">
                  <c:v>91</c:v>
                </c:pt>
                <c:pt idx="2">
                  <c:v>95</c:v>
                </c:pt>
                <c:pt idx="3">
                  <c:v>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2B2-4AAD-902B-F68363FC68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71730479"/>
        <c:axId val="182701839"/>
      </c:barChart>
      <c:catAx>
        <c:axId val="7717304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2701839"/>
        <c:crosses val="autoZero"/>
        <c:auto val="1"/>
        <c:lblAlgn val="ctr"/>
        <c:lblOffset val="100"/>
        <c:noMultiLvlLbl val="0"/>
      </c:catAx>
      <c:valAx>
        <c:axId val="1827018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717304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8B074-4060-7F7F-C5EF-0986D383EA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1A3751-0EFA-DD9D-A451-A0AE00B468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1C6F6F-83F7-8A2C-B76B-F8DEF22B8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5812-F07F-46D3-8904-0F6590A07774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585165-7C13-5F7E-7F59-DE4D2442F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C432EA-47F2-DAC6-59E2-784B1DC9E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3E290-5F26-44EB-919D-CDB802E6F1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9931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2B319-874F-F663-CE67-5BD6A67A7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9C8CA-01A6-657D-B2CC-B6392BF319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6E73B-03FD-2D47-E220-0793FF9A3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5812-F07F-46D3-8904-0F6590A07774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BF998-E4B2-5EC9-0660-9C8FA8215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6FA090-BBB5-68BC-7FBB-8C5648822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3E290-5F26-44EB-919D-CDB802E6F1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746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019DC-1F00-5FBD-EB51-7655936A0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8A762B-67E6-955C-D3EC-C0D5B0DF8F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C53D34-8B9E-C6B8-DD94-6C64278E9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5812-F07F-46D3-8904-0F6590A07774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316AF-24BD-16D6-8C25-3702EF75C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7DEC2-B71A-8462-7839-B0E37566C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3E290-5F26-44EB-919D-CDB802E6F1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0080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45D58-0207-DFE8-8054-FFF380680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23350-EFD4-8BD0-9A8A-744FC29C79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505AB8-2330-D7F0-869B-18E2B8E807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253BB9-0846-BCF2-CA80-0B6738D5E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5812-F07F-46D3-8904-0F6590A07774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3E4710-B85D-523C-C6DF-38C16D973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97EA0A-6EA4-3888-0E21-1F359C9D9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3E290-5F26-44EB-919D-CDB802E6F1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1899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53538-B98A-8DC0-F1FB-FDCFBA5B8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D595BA-E86F-31A2-5CA7-ACE6AB12DB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795585-1707-890A-48F1-449B823DC3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C89639-0C30-E4BD-E21E-FE2BB5F908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8D36C6-8939-5217-9D09-DF2CB0E8E0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3236A2-348D-324A-BBA6-99CA7B2DD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5812-F07F-46D3-8904-0F6590A07774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3E9FD2-1E2A-8100-90F8-D15B83E1F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56D86A-9D88-A270-1E24-253BAD569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3E290-5F26-44EB-919D-CDB802E6F1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2489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860FC-434B-D240-9D02-B7340ABF6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DE4B28-211B-C0D0-466F-97965F9AC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5812-F07F-46D3-8904-0F6590A07774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6D5598-487E-2491-7F3D-B136EFA87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B38141-434A-D334-4013-CD7456A0E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3E290-5F26-44EB-919D-CDB802E6F1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4409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EED56E-8EFF-B1D8-F3F0-FE66AFAC2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5812-F07F-46D3-8904-0F6590A07774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B1F231-A020-D961-31C0-647847C27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2B4160-5775-3328-4C1F-2C02948E2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3E290-5F26-44EB-919D-CDB802E6F1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6190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8D5EF-E49A-6704-3D4D-AB05BB52B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62CE8-169E-1F06-1649-C6E205990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27E7EE-C35B-7FE2-F159-4AB2C22CDD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29F60A-5E39-4228-2A9E-777DAC5EA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5812-F07F-46D3-8904-0F6590A07774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42E1C-19A1-7B3F-3C37-04D87E950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186F0F-83E2-3E12-2CF6-B56D09AF2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3E290-5F26-44EB-919D-CDB802E6F1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7852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4E633-D13E-82A9-57EE-6D40EE64E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CE4CA8-6CF6-2785-1DB7-A1D2296FAF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53ED43-F736-406F-AA6D-91F3E8D5BA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591BCC-5791-C34C-843C-6A964FA6B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5812-F07F-46D3-8904-0F6590A07774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2454CD-9787-7615-1E7F-D40C963F9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B73447-B9B9-8CD7-A19D-A6EB70C7F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3E290-5F26-44EB-919D-CDB802E6F1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826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FAF01-731C-D425-6A15-1C0E6C1B3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64014F-42D3-DFF4-0F25-1F8581D3B6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94300F-6E3F-A1A8-2EC7-3D7876340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5812-F07F-46D3-8904-0F6590A07774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7162D-2722-AC0C-D6C1-0D2063FE5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39641-B6E8-B96F-B826-4253C8239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3E290-5F26-44EB-919D-CDB802E6F1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3332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CDB90A-519E-4E9F-31E9-42E27FF67F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729F08-BFF2-9489-FEF7-B3D28A824B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C87869-3428-7878-A73B-67EC389C9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5812-F07F-46D3-8904-0F6590A07774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4B4296-DA34-0E3C-8513-051364DAE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1A957D-F10E-3CA8-5127-2D87E73CB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3E290-5F26-44EB-919D-CDB802E6F1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6326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DBB30A-6DBC-FBBC-A06C-192B98B10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0A9A2D-BA94-9EF6-2122-DE0D47F21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B8E9-C0E4-2264-60F4-A9E0865213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375812-F07F-46D3-8904-0F6590A07774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6507C6-C88A-0DDB-EBCD-7642EC1705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301914-9A42-37E6-85C0-145C37B7BD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23E290-5F26-44EB-919D-CDB802E6F1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2270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6B459-56ED-35C4-BD53-66FFECFBC7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09BE507-AC86-B840-CE31-7991101EB4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2576846"/>
              </p:ext>
            </p:extLst>
          </p:nvPr>
        </p:nvGraphicFramePr>
        <p:xfrm>
          <a:off x="1524000" y="1122362"/>
          <a:ext cx="9144000" cy="238760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702225">
                  <a:extLst>
                    <a:ext uri="{9D8B030D-6E8A-4147-A177-3AD203B41FA5}">
                      <a16:colId xmlns:a16="http://schemas.microsoft.com/office/drawing/2014/main" val="3859484954"/>
                    </a:ext>
                  </a:extLst>
                </a:gridCol>
                <a:gridCol w="2050930">
                  <a:extLst>
                    <a:ext uri="{9D8B030D-6E8A-4147-A177-3AD203B41FA5}">
                      <a16:colId xmlns:a16="http://schemas.microsoft.com/office/drawing/2014/main" val="563797844"/>
                    </a:ext>
                  </a:extLst>
                </a:gridCol>
                <a:gridCol w="1158095">
                  <a:extLst>
                    <a:ext uri="{9D8B030D-6E8A-4147-A177-3AD203B41FA5}">
                      <a16:colId xmlns:a16="http://schemas.microsoft.com/office/drawing/2014/main" val="872664420"/>
                    </a:ext>
                  </a:extLst>
                </a:gridCol>
                <a:gridCol w="1293963">
                  <a:extLst>
                    <a:ext uri="{9D8B030D-6E8A-4147-A177-3AD203B41FA5}">
                      <a16:colId xmlns:a16="http://schemas.microsoft.com/office/drawing/2014/main" val="1004050202"/>
                    </a:ext>
                  </a:extLst>
                </a:gridCol>
                <a:gridCol w="1938787">
                  <a:extLst>
                    <a:ext uri="{9D8B030D-6E8A-4147-A177-3AD203B41FA5}">
                      <a16:colId xmlns:a16="http://schemas.microsoft.com/office/drawing/2014/main" val="3211059709"/>
                    </a:ext>
                  </a:extLst>
                </a:gridCol>
              </a:tblGrid>
              <a:tr h="383721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Student Name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Roll Number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Subject 1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Subject 2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Subject 3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5166472"/>
                  </a:ext>
                </a:extLst>
              </a:tr>
              <a:tr h="500970">
                <a:tc>
                  <a:txBody>
                    <a:bodyPr/>
                    <a:lstStyle/>
                    <a:p>
                      <a:r>
                        <a:rPr lang="en-US" dirty="0"/>
                        <a:t>U. Anand Williams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261FB04045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99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771872"/>
                  </a:ext>
                </a:extLst>
              </a:tr>
              <a:tr h="500970">
                <a:tc>
                  <a:txBody>
                    <a:bodyPr/>
                    <a:lstStyle/>
                    <a:p>
                      <a:r>
                        <a:rPr lang="en-US" dirty="0"/>
                        <a:t>P. Mohan Reddy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261FB04030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1847805"/>
                  </a:ext>
                </a:extLst>
              </a:tr>
              <a:tr h="500970">
                <a:tc>
                  <a:txBody>
                    <a:bodyPr/>
                    <a:lstStyle/>
                    <a:p>
                      <a:r>
                        <a:rPr lang="en-US" dirty="0"/>
                        <a:t>Sk. Adil Azeez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261FB04035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4920148"/>
                  </a:ext>
                </a:extLst>
              </a:tr>
              <a:tr h="500970">
                <a:tc>
                  <a:txBody>
                    <a:bodyPr/>
                    <a:lstStyle/>
                    <a:p>
                      <a:r>
                        <a:rPr lang="en-US" dirty="0"/>
                        <a:t>T. Vamsi Krishna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261FB04043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86673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7495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D6317-75FE-BE38-49C0-E8BB920EE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Student Record Graphical Presentation</a:t>
            </a:r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EDFFC3F-9916-75C0-E309-6200A0BE09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759127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540902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48</Words>
  <Application>Microsoft Office PowerPoint</Application>
  <PresentationFormat>Widescreen</PresentationFormat>
  <Paragraphs>27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Student Record Graphical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Anand Williams</dc:creator>
  <cp:lastModifiedBy>Anand Williams</cp:lastModifiedBy>
  <cp:revision>2</cp:revision>
  <dcterms:created xsi:type="dcterms:W3CDTF">2026-09-09T08:27:25Z</dcterms:created>
  <dcterms:modified xsi:type="dcterms:W3CDTF">2026-10-04T18:02:41Z</dcterms:modified>
</cp:coreProperties>
</file>